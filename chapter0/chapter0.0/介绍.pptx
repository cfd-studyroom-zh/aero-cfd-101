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651" autoAdjust="0"/>
  </p:normalViewPr>
  <p:slideViewPr>
    <p:cSldViewPr snapToGrid="0">
      <p:cViewPr varScale="1">
        <p:scale>
          <a:sx n="81" d="100"/>
          <a:sy n="81" d="100"/>
        </p:scale>
        <p:origin x="1508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D0DA08-14D4-4590-87E5-BE640B7FA0A3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D1E3EC-79D5-41CA-809C-A24D088FFF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573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自我介绍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我是酸沙柠檬，西北工业大学飞行器设计专业硕士研究生，拥有五年飞行器气动仿真的经验。</a:t>
            </a:r>
          </a:p>
          <a:p>
            <a:b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视频计划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接下来，我将用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集内容系统介绍飞行器的气动仿真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从飞行器本体气动性能到舵效评估，从动导数计算到螺旋桨耦合效应。带你从工程应用出发，把散落的理论串联成一套完整的评估体系。做真正懂飞机的仿真工程师。关注我，从零开始，我们不见不散。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1E3EC-79D5-41CA-809C-A24D088FFF9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835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2DA9DF-2EB4-B29C-136C-C19152FDA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9BE2B7B-504E-3C03-B681-A5E864D45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83C951-03D8-AF32-F55A-A920AEC58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C98C-9013-4CEA-8472-DACFFF3E1687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95A634-1E7D-749E-3BA0-31B959749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041FE8-A412-8898-4EC5-5B6D701FA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8A205-BA41-4D3B-9B0D-65F7F9FA4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854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79ABAD-21EC-5693-15E3-136A998A6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E4863A-EEBD-F602-6FF8-507FD0496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0670C6-82E6-3180-E346-9C6EA3EDD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C98C-9013-4CEA-8472-DACFFF3E1687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2783F0-6FF9-815E-850C-27D9999BB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498F8E-EFBD-645F-0D35-23BE1830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8A205-BA41-4D3B-9B0D-65F7F9FA4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235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C3947-EBC6-9123-F80F-C216085AD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C93731-A4F0-F5D9-D33D-4C291035C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9FC1A5-42B7-9B0B-1F1F-443B6AFAF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C98C-9013-4CEA-8472-DACFFF3E1687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0B331C-A452-510B-75EC-C5CA6CD5F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B98AEE-9815-D01B-799E-1491F8BD7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8A205-BA41-4D3B-9B0D-65F7F9FA4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442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3ECAA-6298-ABDF-DE81-24DC132CB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3F4A3C-16B7-EC94-E745-0CCBD3CFB2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5975AF-2896-F005-0769-6A3F0780A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0BC71E-CC08-1DA8-2BA7-C7BB49310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C98C-9013-4CEA-8472-DACFFF3E1687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EB4DBE-CE3D-0EC8-FA33-853873277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B34241-3B6A-DFDC-4B99-9DC219898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8A205-BA41-4D3B-9B0D-65F7F9FA4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249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FA678B-7081-478C-2AB9-5BF080B3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0CF5D4-954F-95DF-22A3-DDE436208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85A85C-CFAC-336C-1D14-63C480147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763E10-4A2C-F776-723D-B9902F14D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392692B-F708-5B37-7D2E-DC3EA35BE5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B563A2-1FCA-93F8-3A4F-46C8C6547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C98C-9013-4CEA-8472-DACFFF3E1687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2DB9C63-9793-1921-9191-AEA613855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CE41EA-FC18-F414-1EF6-C3CB9E79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8A205-BA41-4D3B-9B0D-65F7F9FA4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088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08501-71F1-40C2-D83E-C74F11CB8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B8BB71C-0F4F-74B7-74CD-9D0FC945A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C98C-9013-4CEA-8472-DACFFF3E1687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F177109-5667-6F9B-C52F-39707A2C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7404669-5F9D-F94C-24DE-8094C8144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8A205-BA41-4D3B-9B0D-65F7F9FA4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649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121590-05EC-F307-3B1D-D555C260A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C98C-9013-4CEA-8472-DACFFF3E1687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51AE6FF-D1D6-D58B-C874-448C90BCD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426F59-4F0D-A236-26E9-F3A3D3EC4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8A205-BA41-4D3B-9B0D-65F7F9FA4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070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85A971-CA14-D764-0461-82394D4DB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EE0ED4-C482-DBA5-CFB3-0DFDE701C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82EA1A0-04D4-9887-2653-CFC2AA574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9ACE12-732D-93CE-E811-4B6E97B45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C98C-9013-4CEA-8472-DACFFF3E1687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FFC648-F3C1-0BF3-BD3C-CC4607B4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3BC179-D7C7-685E-BA48-EC8903AF2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8A205-BA41-4D3B-9B0D-65F7F9FA4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463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20D1D-D8AD-5B20-0DD6-422226FA8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CD7A333-211E-0113-D1B9-37AB6AD149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9C09DB-F06D-1D5E-C1B5-4A23C8A8E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009EB5-7F95-1ED8-BA76-4CE6E8108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C98C-9013-4CEA-8472-DACFFF3E1687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5B4A0A-9A63-B72B-6198-F8E5C7832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68410F-7408-4AAF-1C98-93A1DBD4D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8A205-BA41-4D3B-9B0D-65F7F9FA4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321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43DDFC-384F-20F7-6C15-E0EC3A248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AC4DD7-2671-C3D6-D2E0-5598BC05E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B0462D-6E00-2220-67FB-86F46F0BB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C98C-9013-4CEA-8472-DACFFF3E1687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ECC639-D9E1-97D9-5974-7AFE8B67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560073-84AD-581C-4120-94AE5F4B9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8A205-BA41-4D3B-9B0D-65F7F9FA4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332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ECFE734-ACD4-6F79-8A4E-C56D062371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2B3C9-9B6B-10BC-825B-DF636BE15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1F87E0-2051-2765-4F8C-958BFB1C2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C98C-9013-4CEA-8472-DACFFF3E1687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60F8F5-ECE0-5352-DA21-E5E23E266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77A77F-DC59-9339-90F6-C0CC17B56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8A205-BA41-4D3B-9B0D-65F7F9FA4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65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F0EF16-7F6E-CDAD-9190-CE398FE77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707E3F-005C-5E05-FE4C-782FA28A9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3855E4-A084-03A7-A7EB-E565AFC5C6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CC98C-9013-4CEA-8472-DACFFF3E1687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AFF0DA-8041-B78A-C251-F1BA702E3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BE20EE-EDBB-C77E-AA28-93350AE68B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8A205-BA41-4D3B-9B0D-65F7F9FA4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973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1862985-7480-AAF3-2444-8E38F697F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87" y="529437"/>
            <a:ext cx="2333122" cy="233312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7269203-7047-5FE8-D017-0851F4BB8708}"/>
              </a:ext>
            </a:extLst>
          </p:cNvPr>
          <p:cNvSpPr txBox="1"/>
          <p:nvPr/>
        </p:nvSpPr>
        <p:spPr>
          <a:xfrm>
            <a:off x="1197947" y="3139004"/>
            <a:ext cx="1653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酸沙柠檬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3534B7-E226-5019-C3A8-1FED63E7FE21}"/>
              </a:ext>
            </a:extLst>
          </p:cNvPr>
          <p:cNvSpPr/>
          <p:nvPr/>
        </p:nvSpPr>
        <p:spPr>
          <a:xfrm>
            <a:off x="816478" y="3810952"/>
            <a:ext cx="2416249" cy="8312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C210DD-D583-6239-51B1-BC4F56E03DD3}"/>
              </a:ext>
            </a:extLst>
          </p:cNvPr>
          <p:cNvSpPr txBox="1"/>
          <p:nvPr/>
        </p:nvSpPr>
        <p:spPr>
          <a:xfrm>
            <a:off x="1281074" y="4766067"/>
            <a:ext cx="16533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飞行器设计专业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D3FAFBE-1E36-E867-8484-2A7A5A5AFEDD}"/>
              </a:ext>
            </a:extLst>
          </p:cNvPr>
          <p:cNvSpPr txBox="1"/>
          <p:nvPr/>
        </p:nvSpPr>
        <p:spPr>
          <a:xfrm>
            <a:off x="1197947" y="5336476"/>
            <a:ext cx="181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西北工业大学本硕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209769-0523-31A8-97E1-8B866CD46DB5}"/>
              </a:ext>
            </a:extLst>
          </p:cNvPr>
          <p:cNvSpPr txBox="1"/>
          <p:nvPr/>
        </p:nvSpPr>
        <p:spPr>
          <a:xfrm>
            <a:off x="1281074" y="5906885"/>
            <a:ext cx="16533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流体仿真工程师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BE8A8C-4251-C6CF-E92F-B1C9EA05A589}"/>
              </a:ext>
            </a:extLst>
          </p:cNvPr>
          <p:cNvSpPr txBox="1"/>
          <p:nvPr/>
        </p:nvSpPr>
        <p:spPr>
          <a:xfrm>
            <a:off x="1335101" y="4192085"/>
            <a:ext cx="1545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新人</a:t>
            </a:r>
            <a:r>
              <a:rPr lang="en-US" altLang="zh-CN" sz="16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</a:t>
            </a:r>
            <a:endParaRPr lang="zh-CN" altLang="en-US" sz="1600" b="1" dirty="0">
              <a:solidFill>
                <a:schemeClr val="accent3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EC1E0CB-37B5-F91B-A505-792175462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214" y="5660402"/>
            <a:ext cx="2204263" cy="106927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1B9F466-7E41-ED13-8BEB-D0D198A8C5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88560"/>
            <a:ext cx="2950736" cy="1639298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E1D72EFC-60B8-A163-BAD4-9F48AB9E48DA}"/>
              </a:ext>
            </a:extLst>
          </p:cNvPr>
          <p:cNvSpPr txBox="1"/>
          <p:nvPr/>
        </p:nvSpPr>
        <p:spPr>
          <a:xfrm>
            <a:off x="3232727" y="675291"/>
            <a:ext cx="2684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Part1 </a:t>
            </a:r>
          </a:p>
          <a:p>
            <a:pPr algn="ctr"/>
            <a:r>
              <a:rPr lang="zh-CN" altLang="en-US" sz="16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飞行器本体气动性能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1B80841-7B3E-183D-4CAB-541B55C1ED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0750" y="88560"/>
            <a:ext cx="1944772" cy="1737329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E3D67F44-DE4E-A203-A299-8C58E96B9EB9}"/>
              </a:ext>
            </a:extLst>
          </p:cNvPr>
          <p:cNvSpPr txBox="1"/>
          <p:nvPr/>
        </p:nvSpPr>
        <p:spPr>
          <a:xfrm>
            <a:off x="3245192" y="2415689"/>
            <a:ext cx="2684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Part2</a:t>
            </a:r>
          </a:p>
          <a:p>
            <a:pPr algn="ctr"/>
            <a:r>
              <a:rPr lang="zh-CN" altLang="en-US" sz="16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飞行器操纵效能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8999441-EF23-7D45-7AF1-00A4B680E6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2682" y="2077654"/>
            <a:ext cx="2767329" cy="149781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F9ADB21D-9266-E6C1-556A-FC371DEB2F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1173" y="1884522"/>
            <a:ext cx="2316440" cy="173733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8DC6D247-02CF-F34D-BDE6-2AD7A841809E}"/>
              </a:ext>
            </a:extLst>
          </p:cNvPr>
          <p:cNvSpPr txBox="1"/>
          <p:nvPr/>
        </p:nvSpPr>
        <p:spPr>
          <a:xfrm>
            <a:off x="3245192" y="4211778"/>
            <a:ext cx="2684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Part3</a:t>
            </a:r>
          </a:p>
          <a:p>
            <a:pPr algn="ctr"/>
            <a:r>
              <a:rPr lang="zh-CN" altLang="en-US" sz="16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飞行器动稳定性分析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F4F224CC-7152-0EC8-17D7-96F40F22FE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8090" y="3868660"/>
            <a:ext cx="1906556" cy="1498553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67894853-C584-E6E5-1928-B4D95347AE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10654" y="3755539"/>
            <a:ext cx="2064868" cy="1543262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2054EB14-0FDD-6D2B-A55B-CA8D746BC0E0}"/>
              </a:ext>
            </a:extLst>
          </p:cNvPr>
          <p:cNvSpPr txBox="1"/>
          <p:nvPr/>
        </p:nvSpPr>
        <p:spPr>
          <a:xfrm>
            <a:off x="3245192" y="5660402"/>
            <a:ext cx="2684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Part4</a:t>
            </a:r>
          </a:p>
          <a:p>
            <a:pPr algn="ctr"/>
            <a:r>
              <a:rPr lang="zh-CN" altLang="en-US" sz="16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飞行器动力系统分析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E7DD1C2D-66F2-42FE-A217-9C251316075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8356" b="64776"/>
          <a:stretch>
            <a:fillRect/>
          </a:stretch>
        </p:blipFill>
        <p:spPr>
          <a:xfrm>
            <a:off x="9365081" y="5603081"/>
            <a:ext cx="1956013" cy="112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663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24" grpId="0"/>
      <p:bldP spid="29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1940</TotalTime>
  <Words>132</Words>
  <Application>Microsoft Office PowerPoint</Application>
  <PresentationFormat>宽屏</PresentationFormat>
  <Paragraphs>19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浩杰 冯</dc:creator>
  <cp:lastModifiedBy>浩杰 冯</cp:lastModifiedBy>
  <cp:revision>5</cp:revision>
  <dcterms:created xsi:type="dcterms:W3CDTF">2026-04-25T02:04:39Z</dcterms:created>
  <dcterms:modified xsi:type="dcterms:W3CDTF">2026-05-02T17:22:42Z</dcterms:modified>
</cp:coreProperties>
</file>