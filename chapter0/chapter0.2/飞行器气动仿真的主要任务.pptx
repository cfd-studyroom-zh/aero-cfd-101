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6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50" y="6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DA9DF-2EB4-B29C-136C-C19152FDA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9BE2B7B-504E-3C03-B681-A5E864D45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83C951-03D8-AF32-F55A-A920AEC58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95A634-1E7D-749E-3BA0-31B959749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041FE8-A412-8898-4EC5-5B6D701FA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85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79ABAD-21EC-5693-15E3-136A998A6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E4863A-EEBD-F602-6FF8-507FD0496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0670C6-82E6-3180-E346-9C6EA3EDD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2783F0-6FF9-815E-850C-27D9999BB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498F8E-EFBD-645F-0D35-23BE18306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235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FC3947-EBC6-9123-F80F-C216085AD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C93731-A4F0-F5D9-D33D-4C291035C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9FC1A5-42B7-9B0B-1F1F-443B6AFAF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0B331C-A452-510B-75EC-C5CA6CD5F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B98AEE-9815-D01B-799E-1491F8BD7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442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3ECAA-6298-ABDF-DE81-24DC132CB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3F4A3C-16B7-EC94-E745-0CCBD3CFB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5975AF-2896-F005-0769-6A3F0780A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0BC71E-CC08-1DA8-2BA7-C7BB4931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EB4DBE-CE3D-0EC8-FA33-853873277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34241-3B6A-DFDC-4B99-9DC21989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24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FA678B-7081-478C-2AB9-5BF080B3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0CF5D4-954F-95DF-22A3-DDE436208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85A85C-CFAC-336C-1D14-63C480147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763E10-4A2C-F776-723D-B9902F14D5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92692B-F708-5B37-7D2E-DC3EA35BE5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B563A2-1FCA-93F8-3A4F-46C8C6547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2DB9C63-9793-1921-9191-AEA613855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CE41EA-FC18-F414-1EF6-C3CB9E79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088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08501-71F1-40C2-D83E-C74F11CB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8BB71C-0F4F-74B7-74CD-9D0FC945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F177109-5667-6F9B-C52F-39707A2C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404669-5F9D-F94C-24DE-8094C814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649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121590-05EC-F307-3B1D-D555C260A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1AE6FF-D1D6-D58B-C874-448C90BC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426F59-4F0D-A236-26E9-F3A3D3EC4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070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85A971-CA14-D764-0461-82394D4DB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EE0ED4-C482-DBA5-CFB3-0DFDE701C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2EA1A0-04D4-9887-2653-CFC2AA574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9ACE12-732D-93CE-E811-4B6E97B45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FFC648-F3C1-0BF3-BD3C-CC4607B4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3BC179-D7C7-685E-BA48-EC8903AF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463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20D1D-D8AD-5B20-0DD6-422226FA8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D7A333-211E-0113-D1B9-37AB6AD149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9C09DB-F06D-1D5E-C1B5-4A23C8A8E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009EB5-7F95-1ED8-BA76-4CE6E8108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5B4A0A-9A63-B72B-6198-F8E5C7832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68410F-7408-4AAF-1C98-93A1DBD4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32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43DDFC-384F-20F7-6C15-E0EC3A248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AC4DD7-2671-C3D6-D2E0-5598BC05E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B0462D-6E00-2220-67FB-86F46F0BB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ECC639-D9E1-97D9-5974-7AFE8B67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560073-84AD-581C-4120-94AE5F4B9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332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ECFE734-ACD4-6F79-8A4E-C56D06237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2B3C9-9B6B-10BC-825B-DF636BE15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1F87E0-2051-2765-4F8C-958BFB1C2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CC98C-9013-4CEA-8472-DACFFF3E1687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60F8F5-ECE0-5352-DA21-E5E23E266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77A77F-DC59-9339-90F6-C0CC17B56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65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F0EF16-7F6E-CDAD-9190-CE398FE77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707E3F-005C-5E05-FE4C-782FA28A9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3855E4-A084-03A7-A7EB-E565AFC5C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CC98C-9013-4CEA-8472-DACFFF3E1687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AFF0DA-8041-B78A-C251-F1BA702E3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BE20EE-EDBB-C77E-AA28-93350AE68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8A205-BA41-4D3B-9B0D-65F7F9FA46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97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1862985-7480-AAF3-2444-8E38F697F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9972" y="99001"/>
            <a:ext cx="513560" cy="5135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7269203-7047-5FE8-D017-0851F4BB8708}"/>
              </a:ext>
            </a:extLst>
          </p:cNvPr>
          <p:cNvSpPr txBox="1"/>
          <p:nvPr/>
        </p:nvSpPr>
        <p:spPr>
          <a:xfrm>
            <a:off x="10280223" y="274007"/>
            <a:ext cx="1653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酸沙柠檬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3534B7-E226-5019-C3A8-1FED63E7FE21}"/>
              </a:ext>
            </a:extLst>
          </p:cNvPr>
          <p:cNvSpPr/>
          <p:nvPr/>
        </p:nvSpPr>
        <p:spPr>
          <a:xfrm>
            <a:off x="9517283" y="704440"/>
            <a:ext cx="2416249" cy="8312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9DF877-94A6-7F89-D551-F39367502224}"/>
              </a:ext>
            </a:extLst>
          </p:cNvPr>
          <p:cNvSpPr txBox="1"/>
          <p:nvPr/>
        </p:nvSpPr>
        <p:spPr>
          <a:xfrm>
            <a:off x="0" y="2093328"/>
            <a:ext cx="12192000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Part0.2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：飞行器气动仿真的主要任务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F8116C-A2E1-0FC1-355D-76A5EB699C3D}"/>
              </a:ext>
            </a:extLst>
          </p:cNvPr>
          <p:cNvSpPr txBox="1"/>
          <p:nvPr/>
        </p:nvSpPr>
        <p:spPr>
          <a:xfrm>
            <a:off x="0" y="5463354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酸沙柠檬出品</a:t>
            </a:r>
          </a:p>
        </p:txBody>
      </p:sp>
    </p:spTree>
    <p:extLst>
      <p:ext uri="{BB962C8B-B14F-4D97-AF65-F5344CB8AC3E}">
        <p14:creationId xmlns:p14="http://schemas.microsoft.com/office/powerpoint/2010/main" val="97394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矩形 71">
            <a:extLst>
              <a:ext uri="{FF2B5EF4-FFF2-40B4-BE49-F238E27FC236}">
                <a16:creationId xmlns:a16="http://schemas.microsoft.com/office/drawing/2014/main" id="{20271BCB-0321-10B2-F13D-2E378A0219FB}"/>
              </a:ext>
            </a:extLst>
          </p:cNvPr>
          <p:cNvSpPr/>
          <p:nvPr/>
        </p:nvSpPr>
        <p:spPr>
          <a:xfrm>
            <a:off x="7804260" y="1133058"/>
            <a:ext cx="4236455" cy="49248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723D0C5-8DB7-B38D-4EC7-36DFB8DD4338}"/>
              </a:ext>
            </a:extLst>
          </p:cNvPr>
          <p:cNvSpPr/>
          <p:nvPr/>
        </p:nvSpPr>
        <p:spPr>
          <a:xfrm>
            <a:off x="5105431" y="1133058"/>
            <a:ext cx="2705672" cy="4924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9D125C2-6FD3-EB5C-3E56-3E8A978A1773}"/>
              </a:ext>
            </a:extLst>
          </p:cNvPr>
          <p:cNvSpPr/>
          <p:nvPr/>
        </p:nvSpPr>
        <p:spPr>
          <a:xfrm>
            <a:off x="99060" y="1133059"/>
            <a:ext cx="2307541" cy="49248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5A11966-9073-BA23-0F6F-AE1298607F12}"/>
              </a:ext>
            </a:extLst>
          </p:cNvPr>
          <p:cNvSpPr/>
          <p:nvPr/>
        </p:nvSpPr>
        <p:spPr>
          <a:xfrm>
            <a:off x="2406601" y="1133060"/>
            <a:ext cx="2705672" cy="49248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862985-7480-AAF3-2444-8E38F697F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9972" y="99001"/>
            <a:ext cx="513560" cy="5135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7269203-7047-5FE8-D017-0851F4BB8708}"/>
              </a:ext>
            </a:extLst>
          </p:cNvPr>
          <p:cNvSpPr txBox="1"/>
          <p:nvPr/>
        </p:nvSpPr>
        <p:spPr>
          <a:xfrm>
            <a:off x="10280223" y="274007"/>
            <a:ext cx="1653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酸沙柠檬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3534B7-E226-5019-C3A8-1FED63E7FE21}"/>
              </a:ext>
            </a:extLst>
          </p:cNvPr>
          <p:cNvSpPr/>
          <p:nvPr/>
        </p:nvSpPr>
        <p:spPr>
          <a:xfrm>
            <a:off x="9517283" y="704440"/>
            <a:ext cx="2416249" cy="8312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3ACF09-FC03-92FA-8951-00A3B8CA31EF}"/>
              </a:ext>
            </a:extLst>
          </p:cNvPr>
          <p:cNvSpPr txBox="1"/>
          <p:nvPr/>
        </p:nvSpPr>
        <p:spPr>
          <a:xfrm>
            <a:off x="432973" y="443284"/>
            <a:ext cx="28448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仿真在设计环节的位置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8EFD02-3C41-693C-8793-ACDCDA2F675A}"/>
              </a:ext>
            </a:extLst>
          </p:cNvPr>
          <p:cNvSpPr txBox="1"/>
          <p:nvPr/>
        </p:nvSpPr>
        <p:spPr>
          <a:xfrm>
            <a:off x="284990" y="1780617"/>
            <a:ext cx="1656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总体对气动性能的要求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2C47C09-84B5-DC7C-C356-A12802562B31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 flipV="1">
            <a:off x="1941512" y="2103782"/>
            <a:ext cx="1020349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E0A1CA04-CEE9-CD07-9188-3A093B9DBB54}"/>
              </a:ext>
            </a:extLst>
          </p:cNvPr>
          <p:cNvSpPr txBox="1"/>
          <p:nvPr/>
        </p:nvSpPr>
        <p:spPr>
          <a:xfrm>
            <a:off x="2961861" y="1780616"/>
            <a:ext cx="1656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根据经验进行构型初步设计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1EEAE59-568E-C3B9-5D1C-BBD7276C381C}"/>
              </a:ext>
            </a:extLst>
          </p:cNvPr>
          <p:cNvSpPr txBox="1"/>
          <p:nvPr/>
        </p:nvSpPr>
        <p:spPr>
          <a:xfrm>
            <a:off x="5499652" y="1780615"/>
            <a:ext cx="1656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进行低精度的仿真验证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1E7C40-8BEC-BAD4-B409-EAD0D8C30CC2}"/>
              </a:ext>
            </a:extLst>
          </p:cNvPr>
          <p:cNvSpPr txBox="1"/>
          <p:nvPr/>
        </p:nvSpPr>
        <p:spPr>
          <a:xfrm>
            <a:off x="2961861" y="2918611"/>
            <a:ext cx="1656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根据验证结构进行修改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1F20D22-5E95-2205-235D-993D827308F7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 flipV="1">
            <a:off x="4618383" y="2103781"/>
            <a:ext cx="881269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D88CB5F-8B90-BED0-E386-65169101D21D}"/>
              </a:ext>
            </a:extLst>
          </p:cNvPr>
          <p:cNvCxnSpPr>
            <a:cxnSpLocks/>
            <a:stCxn id="14" idx="1"/>
            <a:endCxn id="15" idx="3"/>
          </p:cNvCxnSpPr>
          <p:nvPr/>
        </p:nvCxnSpPr>
        <p:spPr>
          <a:xfrm flipH="1">
            <a:off x="4618383" y="2103781"/>
            <a:ext cx="881269" cy="1137996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6BDB1E0-48B9-7AAC-3B00-BB2A2EEB4EB1}"/>
              </a:ext>
            </a:extLst>
          </p:cNvPr>
          <p:cNvSpPr txBox="1"/>
          <p:nvPr/>
        </p:nvSpPr>
        <p:spPr>
          <a:xfrm>
            <a:off x="5499652" y="2918610"/>
            <a:ext cx="1656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进行高精度的仿真验证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1E25C44-6A51-8D62-6341-BB10A711D8FA}"/>
              </a:ext>
            </a:extLst>
          </p:cNvPr>
          <p:cNvCxnSpPr>
            <a:cxnSpLocks/>
            <a:stCxn id="24" idx="1"/>
            <a:endCxn id="15" idx="3"/>
          </p:cNvCxnSpPr>
          <p:nvPr/>
        </p:nvCxnSpPr>
        <p:spPr>
          <a:xfrm flipH="1">
            <a:off x="4618383" y="3241776"/>
            <a:ext cx="881269" cy="1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36EEB9A4-A9D7-F148-E280-38AAFBF3AB45}"/>
              </a:ext>
            </a:extLst>
          </p:cNvPr>
          <p:cNvSpPr txBox="1"/>
          <p:nvPr/>
        </p:nvSpPr>
        <p:spPr>
          <a:xfrm rot="18515132">
            <a:off x="4075044" y="2416832"/>
            <a:ext cx="1656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反复迭代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FD3343F-FC6A-7808-72C8-B84AA0F7163F}"/>
              </a:ext>
            </a:extLst>
          </p:cNvPr>
          <p:cNvSpPr txBox="1"/>
          <p:nvPr/>
        </p:nvSpPr>
        <p:spPr>
          <a:xfrm>
            <a:off x="4230757" y="3256446"/>
            <a:ext cx="1656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反复迭代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90B4DAA-F8A9-1DA4-0E40-D2F8F717452B}"/>
              </a:ext>
            </a:extLst>
          </p:cNvPr>
          <p:cNvSpPr txBox="1"/>
          <p:nvPr/>
        </p:nvSpPr>
        <p:spPr>
          <a:xfrm>
            <a:off x="7805531" y="2549278"/>
            <a:ext cx="165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飞行力学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F4BEFC2-1EF1-F4DB-A189-C6183DDB5147}"/>
              </a:ext>
            </a:extLst>
          </p:cNvPr>
          <p:cNvSpPr txBox="1"/>
          <p:nvPr/>
        </p:nvSpPr>
        <p:spPr>
          <a:xfrm>
            <a:off x="7805531" y="3676795"/>
            <a:ext cx="165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载荷评估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E03FDC5-0C6C-07C2-F236-B81C0C9267B3}"/>
              </a:ext>
            </a:extLst>
          </p:cNvPr>
          <p:cNvSpPr txBox="1"/>
          <p:nvPr/>
        </p:nvSpPr>
        <p:spPr>
          <a:xfrm>
            <a:off x="9897146" y="2549278"/>
            <a:ext cx="165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控制率设计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B568D3F-B74B-1DE6-1349-BCEB4F2492E7}"/>
              </a:ext>
            </a:extLst>
          </p:cNvPr>
          <p:cNvSpPr txBox="1"/>
          <p:nvPr/>
        </p:nvSpPr>
        <p:spPr>
          <a:xfrm>
            <a:off x="9897146" y="3676795"/>
            <a:ext cx="165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结构设计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182F7254-4FEC-2EBC-8C8E-ACA2BB059FEE}"/>
              </a:ext>
            </a:extLst>
          </p:cNvPr>
          <p:cNvCxnSpPr>
            <a:cxnSpLocks/>
            <a:stCxn id="24" idx="3"/>
            <a:endCxn id="31" idx="1"/>
          </p:cNvCxnSpPr>
          <p:nvPr/>
        </p:nvCxnSpPr>
        <p:spPr>
          <a:xfrm flipV="1">
            <a:off x="7156174" y="2733944"/>
            <a:ext cx="649357" cy="50783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7D70E8B4-7533-0111-8E1F-B162DD470C4C}"/>
              </a:ext>
            </a:extLst>
          </p:cNvPr>
          <p:cNvCxnSpPr>
            <a:cxnSpLocks/>
            <a:stCxn id="24" idx="3"/>
            <a:endCxn id="32" idx="1"/>
          </p:cNvCxnSpPr>
          <p:nvPr/>
        </p:nvCxnSpPr>
        <p:spPr>
          <a:xfrm>
            <a:off x="7156174" y="3241776"/>
            <a:ext cx="649357" cy="619685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E2CBA6FA-C130-3F84-D24F-17B0FED11ED5}"/>
              </a:ext>
            </a:extLst>
          </p:cNvPr>
          <p:cNvCxnSpPr>
            <a:cxnSpLocks/>
            <a:stCxn id="31" idx="3"/>
            <a:endCxn id="33" idx="1"/>
          </p:cNvCxnSpPr>
          <p:nvPr/>
        </p:nvCxnSpPr>
        <p:spPr>
          <a:xfrm>
            <a:off x="9462053" y="2733944"/>
            <a:ext cx="435093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BB5F5E99-F77E-23EF-6DAB-431AAA23FCBE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>
            <a:off x="9462053" y="3861461"/>
            <a:ext cx="435093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F5981C04-8C32-5496-9C51-52566DE7393C}"/>
              </a:ext>
            </a:extLst>
          </p:cNvPr>
          <p:cNvSpPr txBox="1"/>
          <p:nvPr/>
        </p:nvSpPr>
        <p:spPr>
          <a:xfrm>
            <a:off x="2961861" y="4056606"/>
            <a:ext cx="1656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根据外部反馈进行优化设计</a:t>
            </a:r>
          </a:p>
        </p:txBody>
      </p: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8DD58ECF-DACB-0F92-262D-0E251F6149EF}"/>
              </a:ext>
            </a:extLst>
          </p:cNvPr>
          <p:cNvCxnSpPr>
            <a:stCxn id="33" idx="3"/>
            <a:endCxn id="50" idx="3"/>
          </p:cNvCxnSpPr>
          <p:nvPr/>
        </p:nvCxnSpPr>
        <p:spPr>
          <a:xfrm flipH="1">
            <a:off x="4618383" y="2733944"/>
            <a:ext cx="6935285" cy="1645828"/>
          </a:xfrm>
          <a:prstGeom prst="bentConnector3">
            <a:avLst>
              <a:gd name="adj1" fmla="val -3296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4A407338-5806-35E0-E4BF-9A387CF77D79}"/>
              </a:ext>
            </a:extLst>
          </p:cNvPr>
          <p:cNvCxnSpPr>
            <a:cxnSpLocks/>
            <a:stCxn id="34" idx="3"/>
            <a:endCxn id="50" idx="3"/>
          </p:cNvCxnSpPr>
          <p:nvPr/>
        </p:nvCxnSpPr>
        <p:spPr>
          <a:xfrm flipH="1">
            <a:off x="4618383" y="3861461"/>
            <a:ext cx="6935285" cy="518311"/>
          </a:xfrm>
          <a:prstGeom prst="bentConnector3">
            <a:avLst>
              <a:gd name="adj1" fmla="val -3296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567525C7-F980-009F-D5DC-E196A6F7D204}"/>
              </a:ext>
            </a:extLst>
          </p:cNvPr>
          <p:cNvSpPr txBox="1"/>
          <p:nvPr/>
        </p:nvSpPr>
        <p:spPr>
          <a:xfrm>
            <a:off x="7257764" y="4425938"/>
            <a:ext cx="1656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外部反馈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2B2DA37-C897-3A18-9B22-44D3B2961DB7}"/>
              </a:ext>
            </a:extLst>
          </p:cNvPr>
          <p:cNvSpPr txBox="1"/>
          <p:nvPr/>
        </p:nvSpPr>
        <p:spPr>
          <a:xfrm>
            <a:off x="5499652" y="4717607"/>
            <a:ext cx="1656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进行高精度的仿真验证</a:t>
            </a: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C575D213-9C92-A152-B01A-554051F9D977}"/>
              </a:ext>
            </a:extLst>
          </p:cNvPr>
          <p:cNvCxnSpPr>
            <a:cxnSpLocks/>
            <a:stCxn id="64" idx="1"/>
            <a:endCxn id="50" idx="3"/>
          </p:cNvCxnSpPr>
          <p:nvPr/>
        </p:nvCxnSpPr>
        <p:spPr>
          <a:xfrm flipH="1" flipV="1">
            <a:off x="4618383" y="4379772"/>
            <a:ext cx="881269" cy="661001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502739A-B80F-6163-1C80-05C437DBAA7F}"/>
              </a:ext>
            </a:extLst>
          </p:cNvPr>
          <p:cNvSpPr txBox="1"/>
          <p:nvPr/>
        </p:nvSpPr>
        <p:spPr>
          <a:xfrm rot="2186587">
            <a:off x="4130451" y="4704164"/>
            <a:ext cx="1656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反复迭代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9C55BE1B-E99E-F783-C2F0-346770B9E340}"/>
              </a:ext>
            </a:extLst>
          </p:cNvPr>
          <p:cNvSpPr txBox="1"/>
          <p:nvPr/>
        </p:nvSpPr>
        <p:spPr>
          <a:xfrm>
            <a:off x="424569" y="5546680"/>
            <a:ext cx="165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总体输入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0B9ECE0D-6387-7F5A-3BF7-F136A6C02949}"/>
              </a:ext>
            </a:extLst>
          </p:cNvPr>
          <p:cNvSpPr txBox="1"/>
          <p:nvPr/>
        </p:nvSpPr>
        <p:spPr>
          <a:xfrm>
            <a:off x="2931176" y="5546680"/>
            <a:ext cx="165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气动设计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487A228-237D-11E0-E1A9-C1DE671AE116}"/>
              </a:ext>
            </a:extLst>
          </p:cNvPr>
          <p:cNvSpPr txBox="1"/>
          <p:nvPr/>
        </p:nvSpPr>
        <p:spPr>
          <a:xfrm>
            <a:off x="5630005" y="5565601"/>
            <a:ext cx="165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气动仿真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0C44C7B8-C82E-836B-071B-7FD93136CD39}"/>
              </a:ext>
            </a:extLst>
          </p:cNvPr>
          <p:cNvSpPr txBox="1"/>
          <p:nvPr/>
        </p:nvSpPr>
        <p:spPr>
          <a:xfrm>
            <a:off x="8854124" y="5543104"/>
            <a:ext cx="165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控制和结构</a:t>
            </a:r>
          </a:p>
        </p:txBody>
      </p:sp>
    </p:spTree>
    <p:extLst>
      <p:ext uri="{BB962C8B-B14F-4D97-AF65-F5344CB8AC3E}">
        <p14:creationId xmlns:p14="http://schemas.microsoft.com/office/powerpoint/2010/main" val="146466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  <p:bldP spid="15" grpId="0"/>
      <p:bldP spid="24" grpId="0"/>
      <p:bldP spid="28" grpId="0"/>
      <p:bldP spid="29" grpId="0"/>
      <p:bldP spid="31" grpId="0"/>
      <p:bldP spid="32" grpId="0"/>
      <p:bldP spid="33" grpId="0"/>
      <p:bldP spid="34" grpId="0"/>
      <p:bldP spid="50" grpId="0"/>
      <p:bldP spid="61" grpId="0"/>
      <p:bldP spid="64" grpId="0"/>
      <p:bldP spid="6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B58FB-08DA-0A17-66F5-8F4420EA8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E5E78621-4D12-5774-7B6F-BC888FB5A7FB}"/>
              </a:ext>
            </a:extLst>
          </p:cNvPr>
          <p:cNvSpPr/>
          <p:nvPr/>
        </p:nvSpPr>
        <p:spPr>
          <a:xfrm>
            <a:off x="3390328" y="1285458"/>
            <a:ext cx="2705672" cy="492483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03DFF8-BED7-1992-1FA3-E9D111047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9972" y="99001"/>
            <a:ext cx="513560" cy="5135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1D10BFC-71B7-7D2B-F01B-8E973ADB5652}"/>
              </a:ext>
            </a:extLst>
          </p:cNvPr>
          <p:cNvSpPr txBox="1"/>
          <p:nvPr/>
        </p:nvSpPr>
        <p:spPr>
          <a:xfrm>
            <a:off x="10280223" y="274007"/>
            <a:ext cx="1653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酸沙柠檬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82C39F-DEAA-4D80-9733-FB0BE43DBCA6}"/>
              </a:ext>
            </a:extLst>
          </p:cNvPr>
          <p:cNvSpPr/>
          <p:nvPr/>
        </p:nvSpPr>
        <p:spPr>
          <a:xfrm>
            <a:off x="9517283" y="704440"/>
            <a:ext cx="2416249" cy="8312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AF6D604-2D84-98E8-E449-7F7E02578193}"/>
              </a:ext>
            </a:extLst>
          </p:cNvPr>
          <p:cNvSpPr txBox="1"/>
          <p:nvPr/>
        </p:nvSpPr>
        <p:spPr>
          <a:xfrm>
            <a:off x="432973" y="443284"/>
            <a:ext cx="2844800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仿真与设计的关系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286F48-BAE0-888B-5EF4-A93449FF82F2}"/>
              </a:ext>
            </a:extLst>
          </p:cNvPr>
          <p:cNvSpPr/>
          <p:nvPr/>
        </p:nvSpPr>
        <p:spPr>
          <a:xfrm>
            <a:off x="691498" y="1285460"/>
            <a:ext cx="2705672" cy="49248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EF1A66-C28E-D0D3-F777-5D5730D8F434}"/>
              </a:ext>
            </a:extLst>
          </p:cNvPr>
          <p:cNvSpPr txBox="1"/>
          <p:nvPr/>
        </p:nvSpPr>
        <p:spPr>
          <a:xfrm>
            <a:off x="1246758" y="1933016"/>
            <a:ext cx="1656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根据经验进行构型初步设计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0226EC-0C15-92F9-DB4C-25D44D4D894C}"/>
              </a:ext>
            </a:extLst>
          </p:cNvPr>
          <p:cNvSpPr txBox="1"/>
          <p:nvPr/>
        </p:nvSpPr>
        <p:spPr>
          <a:xfrm>
            <a:off x="3784549" y="1933015"/>
            <a:ext cx="1656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进行低精度的仿真验证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568FE42-A35A-1FA4-E79D-289D44B2A4C7}"/>
              </a:ext>
            </a:extLst>
          </p:cNvPr>
          <p:cNvSpPr txBox="1"/>
          <p:nvPr/>
        </p:nvSpPr>
        <p:spPr>
          <a:xfrm>
            <a:off x="1246758" y="3071011"/>
            <a:ext cx="1656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根据验证结构进行修改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079C990-7D1A-7011-0F7C-34DA088A26A1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2903280" y="2256181"/>
            <a:ext cx="881269" cy="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8EBA2FF-FC5B-425F-A82C-F75D6F943781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>
          <a:xfrm flipH="1">
            <a:off x="2903280" y="2256181"/>
            <a:ext cx="881269" cy="1137996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31DAE05-8F0D-C94B-9E39-61970A5EB80D}"/>
              </a:ext>
            </a:extLst>
          </p:cNvPr>
          <p:cNvSpPr txBox="1"/>
          <p:nvPr/>
        </p:nvSpPr>
        <p:spPr>
          <a:xfrm>
            <a:off x="3784549" y="3071010"/>
            <a:ext cx="1656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进行高精度的仿真验证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8328809-1A02-37E1-858B-1DFECDDC90A4}"/>
              </a:ext>
            </a:extLst>
          </p:cNvPr>
          <p:cNvCxnSpPr>
            <a:cxnSpLocks/>
            <a:stCxn id="12" idx="1"/>
            <a:endCxn id="9" idx="3"/>
          </p:cNvCxnSpPr>
          <p:nvPr/>
        </p:nvCxnSpPr>
        <p:spPr>
          <a:xfrm flipH="1">
            <a:off x="2903280" y="3394176"/>
            <a:ext cx="881269" cy="1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B3DFEDB2-21FF-CAD9-0025-29D6D2FD0E05}"/>
              </a:ext>
            </a:extLst>
          </p:cNvPr>
          <p:cNvSpPr txBox="1"/>
          <p:nvPr/>
        </p:nvSpPr>
        <p:spPr>
          <a:xfrm rot="18515132">
            <a:off x="2359941" y="2569232"/>
            <a:ext cx="1656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反复迭代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A9CA98-8271-C58C-E5EB-5510C2201B11}"/>
              </a:ext>
            </a:extLst>
          </p:cNvPr>
          <p:cNvSpPr txBox="1"/>
          <p:nvPr/>
        </p:nvSpPr>
        <p:spPr>
          <a:xfrm>
            <a:off x="2515654" y="3408846"/>
            <a:ext cx="1656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反复迭代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95B23A7-CD1D-D246-716F-95901EF0EAC6}"/>
              </a:ext>
            </a:extLst>
          </p:cNvPr>
          <p:cNvSpPr txBox="1"/>
          <p:nvPr/>
        </p:nvSpPr>
        <p:spPr>
          <a:xfrm>
            <a:off x="1246758" y="4209006"/>
            <a:ext cx="1656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根据外部反馈进行优化设计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4CB5D1E-BE4D-391E-E4D5-FA4CE335FE32}"/>
              </a:ext>
            </a:extLst>
          </p:cNvPr>
          <p:cNvSpPr txBox="1"/>
          <p:nvPr/>
        </p:nvSpPr>
        <p:spPr>
          <a:xfrm>
            <a:off x="3784549" y="4870007"/>
            <a:ext cx="1656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进行高精度的仿真验证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FFBCEC2-E780-D2F8-A441-55B01D8E0D40}"/>
              </a:ext>
            </a:extLst>
          </p:cNvPr>
          <p:cNvCxnSpPr>
            <a:cxnSpLocks/>
            <a:stCxn id="17" idx="1"/>
            <a:endCxn id="16" idx="3"/>
          </p:cNvCxnSpPr>
          <p:nvPr/>
        </p:nvCxnSpPr>
        <p:spPr>
          <a:xfrm flipH="1" flipV="1">
            <a:off x="2903280" y="4532172"/>
            <a:ext cx="881269" cy="661001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36B9C83B-681B-A210-FD65-469869C5C203}"/>
              </a:ext>
            </a:extLst>
          </p:cNvPr>
          <p:cNvSpPr txBox="1"/>
          <p:nvPr/>
        </p:nvSpPr>
        <p:spPr>
          <a:xfrm rot="2159971">
            <a:off x="2438882" y="4810304"/>
            <a:ext cx="1656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反复迭代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F8EEAC8-CDD1-6A12-ABEF-760FD6CC2000}"/>
              </a:ext>
            </a:extLst>
          </p:cNvPr>
          <p:cNvSpPr txBox="1"/>
          <p:nvPr/>
        </p:nvSpPr>
        <p:spPr>
          <a:xfrm>
            <a:off x="1216073" y="5699080"/>
            <a:ext cx="165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气动设计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C98888-8EED-DBFA-3C3A-5E93D1FF29E4}"/>
              </a:ext>
            </a:extLst>
          </p:cNvPr>
          <p:cNvSpPr txBox="1"/>
          <p:nvPr/>
        </p:nvSpPr>
        <p:spPr>
          <a:xfrm>
            <a:off x="3914902" y="5718001"/>
            <a:ext cx="165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气动仿真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4BB89EDC-1C62-F9FC-318F-9A17E5E81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048" y="2983205"/>
            <a:ext cx="2627604" cy="17558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2C652177-4B92-710C-21EB-4114B4222E40}"/>
              </a:ext>
            </a:extLst>
          </p:cNvPr>
          <p:cNvSpPr txBox="1"/>
          <p:nvPr/>
        </p:nvSpPr>
        <p:spPr>
          <a:xfrm>
            <a:off x="10020230" y="2509553"/>
            <a:ext cx="165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气动设计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80C10B3-DEDA-4F5A-5B52-EC6C767E663C}"/>
              </a:ext>
            </a:extLst>
          </p:cNvPr>
          <p:cNvSpPr txBox="1"/>
          <p:nvPr/>
        </p:nvSpPr>
        <p:spPr>
          <a:xfrm>
            <a:off x="10020230" y="5008506"/>
            <a:ext cx="1656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气动仿真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041B8086-48A2-D3C4-412B-D8521FE67BD5}"/>
              </a:ext>
            </a:extLst>
          </p:cNvPr>
          <p:cNvCxnSpPr>
            <a:cxnSpLocks/>
          </p:cNvCxnSpPr>
          <p:nvPr/>
        </p:nvCxnSpPr>
        <p:spPr>
          <a:xfrm flipH="1" flipV="1">
            <a:off x="9182455" y="4391258"/>
            <a:ext cx="1026737" cy="801914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5FE11C60-4C97-18F4-7150-7DED6DE5E7D5}"/>
              </a:ext>
            </a:extLst>
          </p:cNvPr>
          <p:cNvSpPr txBox="1"/>
          <p:nvPr/>
        </p:nvSpPr>
        <p:spPr>
          <a:xfrm rot="2281352">
            <a:off x="8689022" y="4731507"/>
            <a:ext cx="1656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理性认识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EAB9976-A334-1D28-B61A-046C2D90860A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9141889" y="2694219"/>
            <a:ext cx="878341" cy="705109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629BF083-2CB7-8E04-18FD-BEEA91C70145}"/>
              </a:ext>
            </a:extLst>
          </p:cNvPr>
          <p:cNvSpPr txBox="1"/>
          <p:nvPr/>
        </p:nvSpPr>
        <p:spPr>
          <a:xfrm rot="19260497">
            <a:off x="8869437" y="3074999"/>
            <a:ext cx="1656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感性认识</a:t>
            </a: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698EAC8C-8C6B-6B7C-D571-7ADE30955E9F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>
            <a:off x="10848491" y="2878885"/>
            <a:ext cx="0" cy="2129621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61911D9C-B837-7B51-26F1-444B18241669}"/>
              </a:ext>
            </a:extLst>
          </p:cNvPr>
          <p:cNvSpPr txBox="1"/>
          <p:nvPr/>
        </p:nvSpPr>
        <p:spPr>
          <a:xfrm>
            <a:off x="10397820" y="3793971"/>
            <a:ext cx="369332" cy="4099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0EDC248-F0B7-213A-19C8-3D157AA284D9}"/>
              </a:ext>
            </a:extLst>
          </p:cNvPr>
          <p:cNvSpPr txBox="1"/>
          <p:nvPr/>
        </p:nvSpPr>
        <p:spPr>
          <a:xfrm>
            <a:off x="10914591" y="3793971"/>
            <a:ext cx="369332" cy="4099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</p:spTree>
    <p:extLst>
      <p:ext uri="{BB962C8B-B14F-4D97-AF65-F5344CB8AC3E}">
        <p14:creationId xmlns:p14="http://schemas.microsoft.com/office/powerpoint/2010/main" val="1752420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4A392-1838-BEBB-6959-3DB833D46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D711933-15AA-0894-B542-516FE8E8B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9972" y="99001"/>
            <a:ext cx="513560" cy="5135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5D86703-46D0-CD21-3AFF-7F7C032E69A8}"/>
              </a:ext>
            </a:extLst>
          </p:cNvPr>
          <p:cNvSpPr txBox="1"/>
          <p:nvPr/>
        </p:nvSpPr>
        <p:spPr>
          <a:xfrm>
            <a:off x="10280223" y="274007"/>
            <a:ext cx="1653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酸沙柠檬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D6B0552-9FD2-65A0-1CFE-ABC1477583CD}"/>
              </a:ext>
            </a:extLst>
          </p:cNvPr>
          <p:cNvSpPr/>
          <p:nvPr/>
        </p:nvSpPr>
        <p:spPr>
          <a:xfrm>
            <a:off x="9517283" y="704440"/>
            <a:ext cx="2416249" cy="8312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F0E5AB-A3B9-BB55-CE45-69A2A1C048C6}"/>
              </a:ext>
            </a:extLst>
          </p:cNvPr>
          <p:cNvSpPr txBox="1"/>
          <p:nvPr/>
        </p:nvSpPr>
        <p:spPr>
          <a:xfrm>
            <a:off x="0" y="2093328"/>
            <a:ext cx="12192000" cy="6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谢 谢 观 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1542274-54C9-D736-453D-8729E1837CE9}"/>
              </a:ext>
            </a:extLst>
          </p:cNvPr>
          <p:cNvSpPr txBox="1"/>
          <p:nvPr/>
        </p:nvSpPr>
        <p:spPr>
          <a:xfrm>
            <a:off x="0" y="5463354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酸沙柠檬出品</a:t>
            </a:r>
          </a:p>
        </p:txBody>
      </p:sp>
    </p:spTree>
    <p:extLst>
      <p:ext uri="{BB962C8B-B14F-4D97-AF65-F5344CB8AC3E}">
        <p14:creationId xmlns:p14="http://schemas.microsoft.com/office/powerpoint/2010/main" val="3175026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160</Words>
  <Application>Microsoft Office PowerPoint</Application>
  <PresentationFormat>宽屏</PresentationFormat>
  <Paragraphs>46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浩杰 冯</dc:creator>
  <cp:lastModifiedBy>浩杰 冯</cp:lastModifiedBy>
  <cp:revision>5</cp:revision>
  <dcterms:created xsi:type="dcterms:W3CDTF">2026-04-25T02:04:39Z</dcterms:created>
  <dcterms:modified xsi:type="dcterms:W3CDTF">2026-05-04T16:42:50Z</dcterms:modified>
</cp:coreProperties>
</file>